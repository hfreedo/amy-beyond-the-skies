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a912d28d734fd2" /><Relationship Type="http://schemas.openxmlformats.org/officeDocument/2006/relationships/extended-properties" Target="/docProps/app.xml" Id="R5466093b0ec44f67" /><Relationship Type="http://schemas.openxmlformats.org/officeDocument/2006/relationships/officeDocument" Target="/ppt/presentation.xml" Id="R3aca18a382224e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1ab874edb641d0"/>
  </p:sldMasterIdLst>
  <p:notesMasterIdLst>
    <p:notesMasterId xmlns:r="http://schemas.openxmlformats.org/officeDocument/2006/relationships" r:id="R385464941b3c4ca2"/>
  </p:notesMasterIdLst>
  <p:sldIdLst>
    <p:sldId xmlns:r="http://schemas.openxmlformats.org/officeDocument/2006/relationships" id="256" r:id="Rc7d85abba22d4f47"/>
    <p:sldId xmlns:r="http://schemas.openxmlformats.org/officeDocument/2006/relationships" id="257" r:id="R9dfd9731f3bc425d"/>
    <p:sldId xmlns:r="http://schemas.openxmlformats.org/officeDocument/2006/relationships" id="258" r:id="R623d5ac3400040c6"/>
    <p:sldId xmlns:r="http://schemas.openxmlformats.org/officeDocument/2006/relationships" id="259" r:id="R6d700ebcfb284958"/>
    <p:sldId xmlns:r="http://schemas.openxmlformats.org/officeDocument/2006/relationships" id="260" r:id="R66d684a402e648bb"/>
    <p:sldId xmlns:r="http://schemas.openxmlformats.org/officeDocument/2006/relationships" id="261" r:id="R7a935bc8f4224040"/>
    <p:sldId xmlns:r="http://schemas.openxmlformats.org/officeDocument/2006/relationships" id="262" r:id="R4d65cc88ff6f46d0"/>
    <p:sldId xmlns:r="http://schemas.openxmlformats.org/officeDocument/2006/relationships" id="263" r:id="R74b1fcfb9d1d4d4b"/>
    <p:sldId xmlns:r="http://schemas.openxmlformats.org/officeDocument/2006/relationships" id="264" r:id="Rc4cbf4919c9d42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60fbc6f829467a" /><Relationship Type="http://schemas.openxmlformats.org/officeDocument/2006/relationships/slideMaster" Target="/ppt/slideMasters/slideMaster1.xml" Id="Ra21ab874edb641d0" /><Relationship Type="http://schemas.openxmlformats.org/officeDocument/2006/relationships/notesMaster" Target="/ppt/notesMasters/notesMaster1.xml" Id="R385464941b3c4ca2" /><Relationship Type="http://schemas.openxmlformats.org/officeDocument/2006/relationships/presProps" Target="/ppt/presProps.xml" Id="R3d2b2191664e4ce6" /><Relationship Type="http://schemas.openxmlformats.org/officeDocument/2006/relationships/tableStyles" Target="/ppt/tableStyles.xml" Id="Rf3bb344fb3024dac" /><Relationship Type="http://schemas.openxmlformats.org/officeDocument/2006/relationships/slide" Target="/ppt/slides/slide1.xml" Id="Rc7d85abba22d4f47" /><Relationship Type="http://schemas.openxmlformats.org/officeDocument/2006/relationships/slide" Target="/ppt/slides/slide2.xml" Id="R9dfd9731f3bc425d" /><Relationship Type="http://schemas.openxmlformats.org/officeDocument/2006/relationships/slide" Target="/ppt/slides/slide3.xml" Id="R623d5ac3400040c6" /><Relationship Type="http://schemas.openxmlformats.org/officeDocument/2006/relationships/slide" Target="/ppt/slides/slide4.xml" Id="R6d700ebcfb284958" /><Relationship Type="http://schemas.openxmlformats.org/officeDocument/2006/relationships/slide" Target="/ppt/slides/slide5.xml" Id="R66d684a402e648bb" /><Relationship Type="http://schemas.openxmlformats.org/officeDocument/2006/relationships/slide" Target="/ppt/slides/slide6.xml" Id="R7a935bc8f4224040" /><Relationship Type="http://schemas.openxmlformats.org/officeDocument/2006/relationships/slide" Target="/ppt/slides/slide7.xml" Id="R4d65cc88ff6f46d0" /><Relationship Type="http://schemas.openxmlformats.org/officeDocument/2006/relationships/slide" Target="/ppt/slides/slide8.xml" Id="R74b1fcfb9d1d4d4b" /><Relationship Type="http://schemas.openxmlformats.org/officeDocument/2006/relationships/slide" Target="/ppt/slides/slide9.xml" Id="Rc4cbf4919c9d42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66dc8d51dd4c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19ead8c27e49e5" /><Relationship Type="http://schemas.openxmlformats.org/officeDocument/2006/relationships/notesMaster" Target="/ppt/notesMasters/notesMaster1.xml" Id="Rc68ae444f7b046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837ce1514c4677" /><Relationship Type="http://schemas.openxmlformats.org/officeDocument/2006/relationships/notesMaster" Target="/ppt/notesMasters/notesMaster1.xml" Id="Rf03f3297439b4a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d5aad8906c4ddb" /><Relationship Type="http://schemas.openxmlformats.org/officeDocument/2006/relationships/notesMaster" Target="/ppt/notesMasters/notesMaster1.xml" Id="R9087c173e21c4b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b2e7af93ce4b51" /><Relationship Type="http://schemas.openxmlformats.org/officeDocument/2006/relationships/notesMaster" Target="/ppt/notesMasters/notesMaster1.xml" Id="Rbdeea6fa714949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eac598cd224ae5" /><Relationship Type="http://schemas.openxmlformats.org/officeDocument/2006/relationships/notesMaster" Target="/ppt/notesMasters/notesMaster1.xml" Id="R6334208bcc6346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2da8dad1f04dc2" /><Relationship Type="http://schemas.openxmlformats.org/officeDocument/2006/relationships/notesMaster" Target="/ppt/notesMasters/notesMaster1.xml" Id="R14bb3dc7b5d74c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4b683447564033" /><Relationship Type="http://schemas.openxmlformats.org/officeDocument/2006/relationships/notesMaster" Target="/ppt/notesMasters/notesMaster1.xml" Id="R8a988a0576194d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47a17530be4a21" /><Relationship Type="http://schemas.openxmlformats.org/officeDocument/2006/relationships/notesMaster" Target="/ppt/notesMasters/notesMaster1.xml" Id="R2afe0b8c3f9b43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da277c8af04a8c" /><Relationship Type="http://schemas.openxmlformats.org/officeDocument/2006/relationships/notesMaster" Target="/ppt/notesMasters/notesMaster1.xml" Id="R9a5bdadd62ad4d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controles y reglas: C:\Users\Soul Hoshi\Documents\ChatGPT\PAL - Desarrollo de videojuegos\Entregas\Actuales\Amy\Amy_Beyond_the_Skies_integrado_v2.capx. Documento de referencia: C:\Users\Soul Hoshi\Documents\ChatGPT\PAL - Desarrollo de videojuegos\Branding\08_Controles\Amy\Manual\LEEME.md.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controles y reglas: C:\Users\Soul Hoshi\Documents\ChatGPT\PAL - Desarrollo de videojuegos\Entregas\Actuales\Amy\Amy_Beyond_the_Skies_integrado_v2.capx. Documento de referencia: C:\Users\Soul Hoshi\Documents\ChatGPT\PAL - Desarrollo de videojuegos\Branding\08_Controles\Amy\Manual\LEEME.md.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controles y reglas: C:\Users\Soul Hoshi\Documents\ChatGPT\PAL - Desarrollo de videojuegos\Entregas\Actuales\Amy\Amy_Beyond_the_Skies_integrado_v2.capx. Documento de referencia: C:\Users\Soul Hoshi\Documents\ChatGPT\PAL - Desarrollo de videojuegos\Branding\08_Controles\Amy\Manual\LEEME.md.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controles y reglas: C:\Users\Soul Hoshi\Documents\ChatGPT\PAL - Desarrollo de videojuegos\Entregas\Actuales\Amy\Amy_Beyond_the_Skies_integrado_v2.capx. Documento de referencia: C:\Users\Soul Hoshi\Documents\ChatGPT\PAL - Desarrollo de videojuegos\Branding\08_Controles\Amy\Manual\LEEME.md.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controles y reglas: C:\Users\Soul Hoshi\Documents\ChatGPT\PAL - Desarrollo de videojuegos\Entregas\Actuales\Amy\Amy_Beyond_the_Skies_integrado_v2.capx. Documento de referencia: C:\Users\Soul Hoshi\Documents\ChatGPT\PAL - Desarrollo de videojuegos\Branding\08_Controles\Amy\Manual\LEEME.md.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controles y reglas: C:\Users\Soul Hoshi\Documents\ChatGPT\PAL - Desarrollo de videojuegos\Entregas\Actuales\Amy\Amy_Beyond_the_Skies_integrado_v2.capx. Documento de referencia: C:\Users\Soul Hoshi\Documents\ChatGPT\PAL - Desarrollo de videojuegos\Branding\08_Controles\Amy\Manual\LEEME.md.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controles y reglas: C:\Users\Soul Hoshi\Documents\ChatGPT\PAL - Desarrollo de videojuegos\Entregas\Actuales\Amy\Amy_Beyond_the_Skies_integrado_v2.capx. Documento de referencia: C:\Users\Soul Hoshi\Documents\ChatGPT\PAL - Desarrollo de videojuegos\Branding\08_Controles\Amy\Manual\LEEME.md.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controles y reglas: C:\Users\Soul Hoshi\Documents\ChatGPT\PAL - Desarrollo de videojuegos\Entregas\Actuales\Amy\Amy_Beyond_the_Skies_integrado_v2.capx. Documento de referencia: C:\Users\Soul Hoshi\Documents\ChatGPT\PAL - Desarrollo de videojuegos\Branding\08_Controles\Amy\Manual\LEEME.md.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controles y reglas: C:\Users\Soul Hoshi\Documents\ChatGPT\PAL - Desarrollo de videojuegos\Entregas\Actuales\Amy\Amy_Beyond_the_Skies_integrado_v2.capx. Documento de referencia: C:\Users\Soul Hoshi\Documents\ChatGPT\PAL - Desarrollo de videojuegos\Branding\08_Controles\Amy\Manual\LEEME.md.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9aad34b3a42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b67f35a5843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597c427f942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b6fac048246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fbde4cad046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930a965bc4c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540495-0012-401B-9D2E-E8E48A053E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A2B5179-2D1F-425C-9363-74BD0F01D6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FCB37D-B815-447A-B8B0-68AA51D86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865C66-53FC-4247-A46C-FCBC7BB1C2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216CD0-ED16-4C43-AEEF-5CEFB55D44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74BC94-A2DE-4927-98A7-6C7E1EFA9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34C211-8FF0-4E99-85BE-543E6580C1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186DDD-ADAD-4F84-A912-DE26DE2997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23CEAC-CB5B-4C77-954F-FC0344538B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8E573E-F078-476D-AD53-A6EF4D7C71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e6c37170284f8b" /><Relationship Type="http://schemas.openxmlformats.org/officeDocument/2006/relationships/slideLayout" Target="/ppt/slideLayouts/slideLayout1.xml" Id="R3dd9461da47c4b5f" /><Relationship Type="http://schemas.openxmlformats.org/officeDocument/2006/relationships/slideLayout" Target="/ppt/slideLayouts/slideLayout2.xml" Id="R5b6d8f47d9ee4988" /><Relationship Type="http://schemas.openxmlformats.org/officeDocument/2006/relationships/slideLayout" Target="/ppt/slideLayouts/slideLayout3.xml" Id="Rdde0f5fca8ce416a" /><Relationship Type="http://schemas.openxmlformats.org/officeDocument/2006/relationships/slideLayout" Target="/ppt/slideLayouts/slideLayout4.xml" Id="Rb95aa375f1a34737" /><Relationship Type="http://schemas.openxmlformats.org/officeDocument/2006/relationships/slideLayout" Target="/ppt/slideLayouts/slideLayout5.xml" Id="Re60397e14bc54a93" /><Relationship Type="http://schemas.openxmlformats.org/officeDocument/2006/relationships/slideLayout" Target="/ppt/slideLayouts/slideLayout6.xml" Id="R893691e672b748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d9461da47c4b5f"/>
    <p:sldLayoutId xmlns:r="http://schemas.openxmlformats.org/officeDocument/2006/relationships" id="2147483650" r:id="R5b6d8f47d9ee4988"/>
    <p:sldLayoutId xmlns:r="http://schemas.openxmlformats.org/officeDocument/2006/relationships" id="2147483651" r:id="Rdde0f5fca8ce416a"/>
    <p:sldLayoutId xmlns:r="http://schemas.openxmlformats.org/officeDocument/2006/relationships" id="2147483652" r:id="Rb95aa375f1a34737"/>
    <p:sldLayoutId xmlns:r="http://schemas.openxmlformats.org/officeDocument/2006/relationships" id="2147483653" r:id="Re60397e14bc54a93"/>
    <p:sldLayoutId xmlns:r="http://schemas.openxmlformats.org/officeDocument/2006/relationships" id="2147483654" r:id="R893691e672b748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204dc03360d34ce7" /><ns0:Relationship Type="http://schemas.openxmlformats.org/officeDocument/2006/relationships/image" Target="/ppt/media/image.png" Id="Rff120dd3b5034cbe" /><ns0:Relationship Type="http://schemas.openxmlformats.org/officeDocument/2006/relationships/notesSlide" Target="/ppt/notesSlides/notesSlide1.xml" Id="Re6c5f91c86fd4ff2" /><ns0:Relationship Id="rIdNav1" Type="http://schemas.openxmlformats.org/officeDocument/2006/relationships/slide" Target="slide2.xml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9c66c05dfe624830" /><ns0:Relationship Type="http://schemas.openxmlformats.org/officeDocument/2006/relationships/image" Target="/ppt/media/image2.png" Id="R1e95a861cb3045ef" /><ns0:Relationship Type="http://schemas.openxmlformats.org/officeDocument/2006/relationships/notesSlide" Target="/ppt/notesSlides/notesSlide2.xml" Id="R27095cbb88d14df4" /><ns0:Relationship Id="rIdNav2" Type="http://schemas.openxmlformats.org/officeDocument/2006/relationships/slide" Target="slide3.xml" /><ns0:Relationship Id="rIdNav3" Type="http://schemas.openxmlformats.org/officeDocument/2006/relationships/slide" Target="slide4.xml" /><ns0:Relationship Id="rIdNav4" Type="http://schemas.openxmlformats.org/officeDocument/2006/relationships/slide" Target="slide5.xml" /><ns0:Relationship Id="rIdNav5" Type="http://schemas.openxmlformats.org/officeDocument/2006/relationships/slide" Target="slide6.xml" /><ns0:Relationship Id="rIdNav6" Type="http://schemas.openxmlformats.org/officeDocument/2006/relationships/slide" Target="slide7.xml" /><ns0:Relationship Id="rIdNav7" Type="http://schemas.openxmlformats.org/officeDocument/2006/relationships/slide" Target="slide8.xml" /><ns0:Relationship Id="rIdNav8" Type="http://schemas.openxmlformats.org/officeDocument/2006/relationships/slide" Target="slide9.xml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79859fa810f4ca5" /><ns0:Relationship Type="http://schemas.openxmlformats.org/officeDocument/2006/relationships/image" Target="/ppt/media/image3.png" Id="R2dd24853e03b4237" /><ns0:Relationship Type="http://schemas.openxmlformats.org/officeDocument/2006/relationships/image" Target="/ppt/media/image4.png" Id="Rb2ba5288d1804183" /><ns0:Relationship Type="http://schemas.openxmlformats.org/officeDocument/2006/relationships/notesSlide" Target="/ppt/notesSlides/notesSlide3.xml" Id="R65a41a4babfd4811" /><ns0:Relationship Id="rIdNav9" Type="http://schemas.openxmlformats.org/officeDocument/2006/relationships/slide" Target="slide2.xml" /><ns0:Relationship Id="rIdNav10" Type="http://schemas.openxmlformats.org/officeDocument/2006/relationships/slide" Target="slide2.xml" /><ns0:Relationship Id="rIdNav11" Type="http://schemas.openxmlformats.org/officeDocument/2006/relationships/slide" Target="slide4.xml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101e2da7209d4b8e" /><ns0:Relationship Type="http://schemas.openxmlformats.org/officeDocument/2006/relationships/notesSlide" Target="/ppt/notesSlides/notesSlide4.xml" Id="Raa601af8e9804f55" /><ns0:Relationship Id="rIdNav12" Type="http://schemas.openxmlformats.org/officeDocument/2006/relationships/slide" Target="slide2.xml" /><ns0:Relationship Id="rIdNav13" Type="http://schemas.openxmlformats.org/officeDocument/2006/relationships/slide" Target="slide3.xml" /><ns0:Relationship Id="rIdNav14" Type="http://schemas.openxmlformats.org/officeDocument/2006/relationships/slide" Target="slide5.xml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1c41b22f2134c51" /><ns0:Relationship Type="http://schemas.openxmlformats.org/officeDocument/2006/relationships/image" Target="/ppt/media/image5.png" Id="Racc94055d9814055" /><ns0:Relationship Type="http://schemas.openxmlformats.org/officeDocument/2006/relationships/image" Target="/ppt/media/image6.png" Id="R78056510948748e2" /><ns0:Relationship Type="http://schemas.openxmlformats.org/officeDocument/2006/relationships/notesSlide" Target="/ppt/notesSlides/notesSlide5.xml" Id="Rc813b86a516a4e10" /><ns0:Relationship Id="rIdNav15" Type="http://schemas.openxmlformats.org/officeDocument/2006/relationships/slide" Target="slide2.xml" /><ns0:Relationship Id="rIdNav16" Type="http://schemas.openxmlformats.org/officeDocument/2006/relationships/slide" Target="slide4.xml" /><ns0:Relationship Id="rIdNav17" Type="http://schemas.openxmlformats.org/officeDocument/2006/relationships/slide" Target="slide6.xml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ac5d460c0744f68" /><ns0:Relationship Type="http://schemas.openxmlformats.org/officeDocument/2006/relationships/image" Target="/ppt/media/image7.png" Id="R801b1abdb3f14bcc" /><ns0:Relationship Type="http://schemas.openxmlformats.org/officeDocument/2006/relationships/notesSlide" Target="/ppt/notesSlides/notesSlide6.xml" Id="Rbf4f4dd107f541f8" /><ns0:Relationship Id="rIdNav18" Type="http://schemas.openxmlformats.org/officeDocument/2006/relationships/slide" Target="slide2.xml" /><ns0:Relationship Id="rIdNav19" Type="http://schemas.openxmlformats.org/officeDocument/2006/relationships/slide" Target="slide5.xml" /><ns0:Relationship Id="rIdNav20" Type="http://schemas.openxmlformats.org/officeDocument/2006/relationships/slide" Target="slide7.xml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6049472e91348b2" /><ns0:Relationship Type="http://schemas.openxmlformats.org/officeDocument/2006/relationships/notesSlide" Target="/ppt/notesSlides/notesSlide7.xml" Id="R445f2d47b1a64353" /><ns0:Relationship Id="rIdNav21" Type="http://schemas.openxmlformats.org/officeDocument/2006/relationships/slide" Target="slide2.xml" /><ns0:Relationship Id="rIdNav22" Type="http://schemas.openxmlformats.org/officeDocument/2006/relationships/slide" Target="slide6.xml" /><ns0:Relationship Id="rIdNav23" Type="http://schemas.openxmlformats.org/officeDocument/2006/relationships/slide" Target="slide8.xml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3608cd58d2b417a" /><ns0:Relationship Type="http://schemas.openxmlformats.org/officeDocument/2006/relationships/image" Target="/ppt/media/image8.png" Id="R4a53dc440f664da5" /><ns0:Relationship Type="http://schemas.openxmlformats.org/officeDocument/2006/relationships/image" Target="/ppt/media/image9.png" Id="Rd98e0d9b57ca4c84" /><ns0:Relationship Type="http://schemas.openxmlformats.org/officeDocument/2006/relationships/image" Target="/ppt/media/image10.png" Id="Rc0e6523013b64c26" /><ns0:Relationship Type="http://schemas.openxmlformats.org/officeDocument/2006/relationships/notesSlide" Target="/ppt/notesSlides/notesSlide8.xml" Id="R113ca427962046dd" /><ns0:Relationship Id="rIdNav24" Type="http://schemas.openxmlformats.org/officeDocument/2006/relationships/slide" Target="slide2.xml" /><ns0:Relationship Id="rIdNav25" Type="http://schemas.openxmlformats.org/officeDocument/2006/relationships/slide" Target="slide7.xml" /><ns0:Relationship Id="rIdNav26" Type="http://schemas.openxmlformats.org/officeDocument/2006/relationships/slide" Target="slide9.xml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082d1afb02c4450" /><ns0:Relationship Type="http://schemas.openxmlformats.org/officeDocument/2006/relationships/image" Target="/ppt/media/image11.png" Id="R1c7e62b02c724bd4" /><ns0:Relationship Type="http://schemas.openxmlformats.org/officeDocument/2006/relationships/notesSlide" Target="/ppt/notesSlides/notesSlide9.xml" Id="Re2d341ca77ea4372" /><ns0:Relationship Id="rIdNav27" Type="http://schemas.openxmlformats.org/officeDocument/2006/relationships/slide" Target="slide2.xml" /><ns0:Relationship Id="rIdNav28" Type="http://schemas.openxmlformats.org/officeDocument/2006/relationships/slide" Target="slide8.xml" /><ns0:Relationship Id="rIdNav29" Type="http://schemas.openxmlformats.org/officeDocument/2006/relationships/slide" Target="slide1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8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title">
            <ns1:extLst>
              <ns1:ext uri="{FF2B5EF4-FFF2-40B4-BE49-F238E27FC236}">
                <ns2:creationId id="{54742E4A-82B3-4D86-9F9B-90A243B56B6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104900"/>
            <ns1:ext cx="6572250" cy="1143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8400" b="1">
                <ns1:solidFill>
                  <ns1:srgbClr val="AC316A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8400" b="1">
                <ns1:solidFill>
                  <ns1:srgbClr val="AC316A"/>
                </ns1:solidFill>
                <ns1:latin typeface="Georgia"/>
                <ns1:ea typeface="Georgia"/>
                <ns1:cs typeface="Georgia"/>
              </ns1:defRPr>
            </ns1:pPr>
            <ns1:r>
              <ns1:rPr sz="8400" b="1">
                <ns1:solidFill>
                  <ns1:srgbClr val="AC316A"/>
                </ns1:solidFill>
                <ns1:latin typeface="Georgia"/>
                <ns1:ea typeface="Georgia"/>
                <ns1:cs typeface="Georgia"/>
              </ns1:rPr>
              <ns1:t>Amy</ns1:t>
            </ns1:r>
          </ns1:p>
        </ns0:txBody>
      </ns0:sp>
      <ns0:sp>
        <ns0:nvSpPr>
          <ns0:cNvPr id="2" name="subtitle">
            <ns1:extLst>
              <ns1:ext uri="{FF2B5EF4-FFF2-40B4-BE49-F238E27FC236}">
                <ns2:creationId id="{D904FBF9-F92D-4E3B-8B3C-AA71A8BFADCC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2381250"/>
            <ns1:ext cx="6572250" cy="6858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6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6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pPr>
            <ns1:r>
              <ns1:rPr sz="36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rPr>
              <ns1:t>Beyond the Skies</ns1:t>
            </ns1:r>
          </ns1:p>
        </ns0:txBody>
      </ns0:sp>
      <ns0:sp>
        <ns0:nvSpPr>
          <ns0:cNvPr id="3" name="purpose">
            <ns1:extLst>
              <ns1:ext uri="{FF2B5EF4-FFF2-40B4-BE49-F238E27FC236}">
                <ns2:creationId id="{E2D7008D-E39F-4DEA-9CF1-73A3BC636B47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3448050"/>
            <ns1:ext cx="609600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5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5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5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Guía de juego para PC</ns1:t>
            </ns1:r>
          </ns1:p>
        </ns0:txBody>
      </ns0:sp>
      <ns0:sp>
        <ns0:nvSpPr>
          <ns0:cNvPr id="4" name="intro">
            <ns1:extLst>
              <ns1:ext uri="{FF2B5EF4-FFF2-40B4-BE49-F238E27FC236}">
                <ns2:creationId id="{1DA296C1-4DD8-4022-A460-C9AA1DBC413A}"/>
              </ns1:ext>
            </ns1:extLst>
          </ns0:cNvPr>
          <ns0:cNvSpPr>
            <ns1:spLocks noGrp="1"/>
          </ns0:cNvSpPr>
          <ns0:nvPr/>
        </ns0:nvSpPr>
        <ns0:spPr>
          <ns1:xfrm>
            <ns1:off x="742950" y="4210050"/>
            <ns1:ext cx="6000750" cy="1047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Controles, objetivo y consejos</ns1:t>
            </ns1:r>
          </ns1:p>
          <ns1:p>
            <ns1:pPr>
              <ns1:def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para tu primera partida.</ns1:t>
            </ns1:r>
          </ns1:p>
        </ns0:txBody>
      </ns0:sp>
      <ns0:pic>
        <ns0:nvPicPr>
          <ns0:cNvPr id="5" name="">
            <ns1:extLst>
              <ns1:ext uri="{FF2B5EF4-FFF2-40B4-BE49-F238E27FC236}">
                <ns2:creationId id="{58987BAC-FEF6-463E-B98F-1F500DFE7077}"/>
              </ns1:ext>
            </ns1:extLst>
          </ns0:cNvPr>
          <ns0:cNvPicPr>
            <ns1:picLocks noChangeAspect="1"/>
          </ns0:cNvPicPr>
          <ns0:nvPr/>
        </ns0:nvPicPr>
        <ns0:blipFill>
          <ns1:blip ns3:embed="Rff120dd3b5034cbe"/>
          <ns1:stretch/>
        </ns0:blipFill>
        <ns0:spPr>
          <ns1:xfrm>
            <ns1:off x="7524750" y="786704"/>
            <ns1:ext cx="4000500" cy="4998842"/>
          </ns1:xfrm>
          <ns1:prstGeom prst="rect">
            <ns1:avLst/>
          </ns1:prstGeom>
        </ns0:spPr>
      </ns0:pic>
      <ns0:sp>
        <ns0:nvSpPr>
          <ns0:cNvPr id="6" name="link_to_2_0">
            <ns1:extLst>
              <ns1:ext uri="{FF2B5EF4-FFF2-40B4-BE49-F238E27FC236}">
                <ns2:creationId id="{C5946B26-F827-42C0-85FE-EAC9A346C81A}"/>
              </ns1:ext>
            </ns1:extLst>
            <ns1:hlinkClick ns3:id="rIdNav1" action="ppaction://hlinksldjump"/>
          </ns0:cNvPr>
          <ns0:cNvSpPr>
            <ns1:spLocks noGrp="1"/>
          </ns0:cNvSpPr>
          <ns0:nvPr/>
        </ns0:nvSpPr>
        <ns0:spPr>
          <ns1:xfrm>
            <ns1:off x="742950" y="5753100"/>
            <ns1:ext cx="38100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Comenzar guía →</ns1:t>
            </ns1:r>
          </ns1:p>
        </ns0:txBody>
      </ns0:sp>
    </ns0:spTree>
    <ns0:extLst>
      <ns0:ext uri="{BB962C8B-B14F-4D97-AF65-F5344CB8AC3E}">
        <ns4:creationId val="707326511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8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heading">
            <ns1:extLst>
              <ns1:ext uri="{FF2B5EF4-FFF2-40B4-BE49-F238E27FC236}">
                <ns2:creationId id="{952C69CA-740C-452B-9F45-0A6419AA0D3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7200"/>
            <ns1:ext cx="108204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rPr>
              <ns1:t>Tu guía de juego</ns1:t>
            </ns1:r>
          </ns1:p>
        </ns0:txBody>
      </ns0:sp>
      <ns0:sp>
        <ns0:nvSpPr>
          <ns0:cNvPr id="2" name="link_to_3_1">
            <ns1:extLst>
              <ns1:ext uri="{FF2B5EF4-FFF2-40B4-BE49-F238E27FC236}">
                <ns2:creationId id="{6D96F6C1-0CD4-4D5A-987F-CE5BA8D9974A}"/>
              </ns1:ext>
            </ns1:extLst>
            <ns1:hlinkClick ns3:id="rIdNav2" action="ppaction://hlinksldjump"/>
          </ns0:cNvPr>
          <ns0:cNvSpPr>
            <ns1:spLocks noGrp="1"/>
          </ns0:cNvSpPr>
          <ns0:nvPr/>
        </ns0:nvSpPr>
        <ns0:spPr>
          <ns1:xfrm>
            <ns1:off x="781050" y="1562100"/>
            <ns1:ext cx="61912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01  Antes de jugar</ns1:t>
            </ns1:r>
          </ns1:p>
        </ns0:txBody>
      </ns0:sp>
      <ns0:sp>
        <ns0:nvSpPr>
          <ns0:cNvPr id="3" name="link_to_4_2">
            <ns1:extLst>
              <ns1:ext uri="{FF2B5EF4-FFF2-40B4-BE49-F238E27FC236}">
                <ns2:creationId id="{6500EE07-66CC-46D3-B696-9F8EAF63D1D9}"/>
              </ns1:ext>
            </ns1:extLst>
            <ns1:hlinkClick ns3:id="rIdNav3" action="ppaction://hlinksldjump"/>
          </ns0:cNvPr>
          <ns0:cNvSpPr>
            <ns1:spLocks noGrp="1"/>
          </ns0:cNvSpPr>
          <ns0:nvPr/>
        </ns0:nvSpPr>
        <ns0:spPr>
          <ns1:xfrm>
            <ns1:off x="781050" y="2152650"/>
            <ns1:ext cx="61912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02  Controles</ns1:t>
            </ns1:r>
          </ns1:p>
        </ns0:txBody>
      </ns0:sp>
      <ns0:sp>
        <ns0:nvSpPr>
          <ns0:cNvPr id="4" name="link_to_5_3">
            <ns1:extLst>
              <ns1:ext uri="{FF2B5EF4-FFF2-40B4-BE49-F238E27FC236}">
                <ns2:creationId id="{D5E4886C-AC5F-4BAA-9568-64298DC76C85}"/>
              </ns1:ext>
            </ns1:extLst>
            <ns1:hlinkClick ns3:id="rIdNav4" action="ppaction://hlinksldjump"/>
          </ns0:cNvPr>
          <ns0:cNvSpPr>
            <ns1:spLocks noGrp="1"/>
          </ns0:cNvSpPr>
          <ns0:nvPr/>
        </ns0:nvSpPr>
        <ns0:spPr>
          <ns1:xfrm>
            <ns1:off x="781050" y="2743200"/>
            <ns1:ext cx="61912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03  Salto automático</ns1:t>
            </ns1:r>
          </ns1:p>
        </ns0:txBody>
      </ns0:sp>
      <ns0:sp>
        <ns0:nvSpPr>
          <ns0:cNvPr id="5" name="link_to_6_4">
            <ns1:extLst>
              <ns1:ext uri="{FF2B5EF4-FFF2-40B4-BE49-F238E27FC236}">
                <ns2:creationId id="{0864BEC3-51CB-4B51-8678-0416FDA09A89}"/>
              </ns1:ext>
            </ns1:extLst>
            <ns1:hlinkClick ns3:id="rIdNav5" action="ppaction://hlinksldjump"/>
          </ns0:cNvPr>
          <ns0:cNvSpPr>
            <ns1:spLocks noGrp="1"/>
          </ns0:cNvSpPr>
          <ns0:nvPr/>
        </ns0:nvSpPr>
        <ns0:spPr>
          <ns1:xfrm>
            <ns1:off x="781050" y="3333750"/>
            <ns1:ext cx="61912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04  Portal y caída</ns1:t>
            </ns1:r>
          </ns1:p>
        </ns0:txBody>
      </ns0:sp>
      <ns0:sp>
        <ns0:nvSpPr>
          <ns0:cNvPr id="6" name="link_to_7_5">
            <ns1:extLst>
              <ns1:ext uri="{FF2B5EF4-FFF2-40B4-BE49-F238E27FC236}">
                <ns2:creationId id="{9C14513F-A83C-48E7-B33F-809F139FAA39}"/>
              </ns1:ext>
            </ns1:extLst>
            <ns1:hlinkClick ns3:id="rIdNav6" action="ppaction://hlinksldjump"/>
          </ns0:cNvPr>
          <ns0:cNvSpPr>
            <ns1:spLocks noGrp="1"/>
          </ns0:cNvSpPr>
          <ns0:nvPr/>
        </ns0:nvSpPr>
        <ns0:spPr>
          <ns1:xfrm>
            <ns1:off x="781050" y="3924300"/>
            <ns1:ext cx="61912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05  Bordes de la pantalla</ns1:t>
            </ns1:r>
          </ns1:p>
        </ns0:txBody>
      </ns0:sp>
      <ns0:sp>
        <ns0:nvSpPr>
          <ns0:cNvPr id="7" name="link_to_8_6">
            <ns1:extLst>
              <ns1:ext uri="{FF2B5EF4-FFF2-40B4-BE49-F238E27FC236}">
                <ns2:creationId id="{5C92CF7A-489C-4B6F-8773-B11E9E357203}"/>
              </ns1:ext>
            </ns1:extLst>
            <ns1:hlinkClick ns3:id="rIdNav7" action="ppaction://hlinksldjump"/>
          </ns0:cNvPr>
          <ns0:cNvSpPr>
            <ns1:spLocks noGrp="1"/>
          </ns0:cNvSpPr>
          <ns0:nvPr/>
        </ns0:nvSpPr>
        <ns0:spPr>
          <ns1:xfrm>
            <ns1:off x="781050" y="4514850"/>
            <ns1:ext cx="61912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06  Pausa y menú</ns1:t>
            </ns1:r>
          </ns1:p>
        </ns0:txBody>
      </ns0:sp>
      <ns0:sp>
        <ns0:nvSpPr>
          <ns0:cNvPr id="8" name="link_to_9_7">
            <ns1:extLst>
              <ns1:ext uri="{FF2B5EF4-FFF2-40B4-BE49-F238E27FC236}">
                <ns2:creationId id="{FACEED88-5736-4A2D-ACE3-1914DE1B046D}"/>
              </ns1:ext>
            </ns1:extLst>
            <ns1:hlinkClick ns3:id="rIdNav8" action="ppaction://hlinksldjump"/>
          </ns0:cNvPr>
          <ns0:cNvSpPr>
            <ns1:spLocks noGrp="1"/>
          </ns0:cNvSpPr>
          <ns0:nvPr/>
        </ns0:nvSpPr>
        <ns0:spPr>
          <ns1:xfrm>
            <ns1:off x="781050" y="5105400"/>
            <ns1:ext cx="61912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07  Tu primer intento</ns1:t>
            </ns1:r>
          </ns1:p>
        </ns0:txBody>
      </ns0:sp>
      <ns0:pic>
        <ns0:nvPicPr>
          <ns0:cNvPr id="9" name="">
            <ns1:extLst>
              <ns1:ext uri="{FF2B5EF4-FFF2-40B4-BE49-F238E27FC236}">
                <ns2:creationId id="{96AC1E20-6B71-4C49-8383-B7A86E01BEF2}"/>
              </ns1:ext>
            </ns1:extLst>
          </ns0:cNvPr>
          <ns0:cNvPicPr>
            <ns1:picLocks noChangeAspect="1"/>
          </ns0:cNvPicPr>
          <ns0:nvPr/>
        </ns0:nvPicPr>
        <ns0:blipFill>
          <ns1:blip ns3:embed="R1e95a861cb3045ef"/>
          <ns1:stretch/>
        </ns0:blipFill>
        <ns0:spPr>
          <ns1:xfrm>
            <ns1:off x="7639050" y="1562100"/>
            <ns1:ext cx="3714750" cy="3714750"/>
          </ns1:xfrm>
          <ns1:prstGeom prst="rect">
            <ns1:avLst/>
          </ns1:prstGeom>
        </ns0:spPr>
      </ns0:pic>
      <ns0:sp>
        <ns0:nvSpPr>
          <ns0:cNvPr id="10" name="usage">
            <ns1:extLst>
              <ns1:ext uri="{FF2B5EF4-FFF2-40B4-BE49-F238E27FC236}">
                <ns2:creationId id="{85BA6820-DBA7-4D0B-BDD2-0D4C180CEB5B}"/>
              </ns1:ext>
            </ns1:extLst>
          </ns0:cNvPr>
          <ns0:cNvSpPr>
            <ns1:spLocks noGrp="1"/>
          </ns0:cNvSpPr>
          <ns0:nvPr/>
        </ns0:nvSpPr>
        <ns0:spPr>
          <ns1:xfrm>
            <ns1:off x="7610475" y="5410200"/>
            <ns1:ext cx="371475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8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8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18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Haz clic en una sección.</ns1:t>
            </ns1:r>
          </ns1:p>
          <ns1:p>
            <ns1:pPr>
              <ns1:defRPr sz="18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18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También puedes avanzar con las flechas.</ns1:t>
            </ns1:r>
          </ns1:p>
        </ns0:txBody>
      </ns0:sp>
    </ns0:spTree>
    <ns0:extLst>
      <ns0:ext uri="{BB962C8B-B14F-4D97-AF65-F5344CB8AC3E}">
        <ns4:creationId val="389918739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8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heading">
            <ns1:extLst>
              <ns1:ext uri="{FF2B5EF4-FFF2-40B4-BE49-F238E27FC236}">
                <ns2:creationId id="{5F2BACF7-FDB9-4175-8A6F-A8F3693DDBF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7200"/>
            <ns1:ext cx="108204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rPr>
              <ns1:t>Antes de jugar</ns1:t>
            </ns1:r>
          </ns1:p>
        </ns0:txBody>
      </ns0:sp>
      <ns0:pic>
        <ns0:nvPicPr>
          <ns0:cNvPr id="2" name="">
            <ns1:extLst>
              <ns1:ext uri="{FF2B5EF4-FFF2-40B4-BE49-F238E27FC236}">
                <ns2:creationId id="{6484A42E-09D2-433E-8D10-8D8B0120F0D5}"/>
              </ns1:ext>
            </ns1:extLst>
          </ns0:cNvPr>
          <ns0:cNvPicPr>
            <ns1:picLocks noChangeAspect="1"/>
          </ns0:cNvPicPr>
          <ns0:nvPr/>
        </ns0:nvPicPr>
        <ns0:blipFill>
          <ns1:blip ns3:embed="R2dd24853e03b4237"/>
          <ns1:stretch/>
        </ns0:blipFill>
        <ns0:spPr>
          <ns1:xfrm>
            <ns1:off x="904875" y="1885950"/>
            <ns1:ext cx="3657600" cy="1219200"/>
          </ns1:xfrm>
          <ns1:prstGeom prst="rect">
            <ns1:avLst/>
          </ns1:prstGeom>
        </ns0:spPr>
      </ns0:pic>
      <ns0:sp>
        <ns0:nvSpPr>
          <ns0:cNvPr id="3" name="help">
            <ns1:extLst>
              <ns1:ext uri="{FF2B5EF4-FFF2-40B4-BE49-F238E27FC236}">
                <ns2:creationId id="{4D3EFD12-4021-4FED-9073-E9C515B7FA74}"/>
              </ns1:ext>
            </ns1:extLst>
          </ns0:cNvPr>
          <ns0:cNvSpPr>
            <ns1:spLocks noGrp="1"/>
          </ns0:cNvSpPr>
          <ns0:nvPr/>
        </ns0:nvSpPr>
        <ns0:spPr>
          <ns1:xfrm>
            <ns1:off x="5219700" y="1809750"/>
            <ns1:ext cx="581025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55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55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255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Cómo jugar</ns1:t>
            </ns1:r>
          </ns1:p>
        </ns0:txBody>
      </ns0:sp>
      <ns0:sp>
        <ns0:nvSpPr>
          <ns0:cNvPr id="4" name="help-body">
            <ns1:extLst>
              <ns1:ext uri="{FF2B5EF4-FFF2-40B4-BE49-F238E27FC236}">
                <ns2:creationId id="{58331F18-917D-4636-84ED-7C9D95C9D578}"/>
              </ns1:ext>
            </ns1:extLst>
          </ns0:cNvPr>
          <ns0:cNvSpPr>
            <ns1:spLocks noGrp="1"/>
          </ns0:cNvSpPr>
          <ns0:nvPr/>
        </ns0:nvSpPr>
        <ns0:spPr>
          <ns1:xfrm>
            <ns1:off x="5219700" y="2419350"/>
            <ns1:ext cx="5810250" cy="1047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Consulta los controles y cierra</ns1:t>
            </ns1:r>
          </ns1:p>
          <ns1:p>
            <ns1:pPr>
              <ns1:def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la ayuda para volver al menú.</ns1:t>
            </ns1:r>
          </ns1:p>
        </ns0:txBody>
      </ns0:sp>
      <ns0:pic>
        <ns0:nvPicPr>
          <ns0:cNvPr id="5" name="">
            <ns1:extLst>
              <ns1:ext uri="{FF2B5EF4-FFF2-40B4-BE49-F238E27FC236}">
                <ns2:creationId id="{E0D87EE7-1E73-47C1-BB57-7811A347B5E2}"/>
              </ns1:ext>
            </ns1:extLst>
          </ns0:cNvPr>
          <ns0:cNvPicPr>
            <ns1:picLocks noChangeAspect="1"/>
          </ns0:cNvPicPr>
          <ns0:nvPr/>
        </ns0:nvPicPr>
        <ns0:blipFill>
          <ns1:blip ns3:embed="Rb2ba5288d1804183"/>
          <ns1:stretch/>
        </ns0:blipFill>
        <ns0:spPr>
          <ns1:xfrm>
            <ns1:off x="904875" y="3914775"/>
            <ns1:ext cx="3657600" cy="1219200"/>
          </ns1:xfrm>
          <ns1:prstGeom prst="rect">
            <ns1:avLst/>
          </ns1:prstGeom>
        </ns0:spPr>
      </ns0:pic>
      <ns0:sp>
        <ns0:nvSpPr>
          <ns0:cNvPr id="6" name="start">
            <ns1:extLst>
              <ns1:ext uri="{FF2B5EF4-FFF2-40B4-BE49-F238E27FC236}">
                <ns2:creationId id="{B99844CC-BA06-42E7-B0B2-2BCED2D41875}"/>
              </ns1:ext>
            </ns1:extLst>
          </ns0:cNvPr>
          <ns0:cNvSpPr>
            <ns1:spLocks noGrp="1"/>
          </ns0:cNvSpPr>
          <ns0:nvPr/>
        </ns0:nvSpPr>
        <ns0:spPr>
          <ns1:xfrm>
            <ns1:off x="5219700" y="3819525"/>
            <ns1:ext cx="581025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55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55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255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Jugar</ns1:t>
            </ns1:r>
          </ns1:p>
        </ns0:txBody>
      </ns0:sp>
      <ns0:sp>
        <ns0:nvSpPr>
          <ns0:cNvPr id="7" name="start-body">
            <ns1:extLst>
              <ns1:ext uri="{FF2B5EF4-FFF2-40B4-BE49-F238E27FC236}">
                <ns2:creationId id="{27AEC371-D457-4E90-9B17-87B6B6DFE923}"/>
              </ns1:ext>
            </ns1:extLst>
          </ns0:cNvPr>
          <ns0:cNvSpPr>
            <ns1:spLocks noGrp="1"/>
          </ns0:cNvSpPr>
          <ns0:nvPr/>
        </ns0:nvSpPr>
        <ns0:spPr>
          <ns1:xfrm>
            <ns1:off x="5219700" y="4429125"/>
            <ns1:ext cx="581025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Comienza el ascenso.</ns1:t>
            </ns1:r>
          </ns1:p>
          <ns1:p>
            <ns1:pPr>
              <ns1:def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Amy salta automáticamente.</ns1:t>
            </ns1:r>
          </ns1:p>
        </ns0:txBody>
      </ns0:sp>
      <ns0:sp>
        <ns0:nvSpPr>
          <ns0:cNvPr id="8" name="link_to_2_8">
            <ns1:extLst>
              <ns1:ext uri="{FF2B5EF4-FFF2-40B4-BE49-F238E27FC236}">
                <ns2:creationId id="{B51F04B4-713B-4CD7-AA9B-AFC7933E0B04}"/>
              </ns1:ext>
            </ns1:extLst>
            <ns1:hlinkClick ns3:id="rIdNav9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9" name="link_to_2_9">
            <ns1:extLst>
              <ns1:ext uri="{FF2B5EF4-FFF2-40B4-BE49-F238E27FC236}">
                <ns2:creationId id="{71579A1A-4AF3-42D2-811D-4221DAEAB489}"/>
              </ns1:ext>
            </ns1:extLst>
            <ns1:hlinkClick ns3:id="rIdNav10" action="ppaction://hlinksldjump"/>
          </ns0:cNvPr>
          <ns0:cNvSpPr>
            <ns1:spLocks noGrp="1"/>
          </ns0:cNvSpPr>
          <ns0:nvPr/>
        </ns0:nvSpPr>
        <ns0:spPr>
          <ns1:xfrm>
            <ns1:off x="8153400" y="6286500"/>
            <ns1:ext cx="16192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10" name="link_to_4_10">
            <ns1:extLst>
              <ns1:ext uri="{FF2B5EF4-FFF2-40B4-BE49-F238E27FC236}">
                <ns2:creationId id="{446400BB-A160-4D74-86B4-A63F5F3B6C74}"/>
              </ns1:ext>
            </ns1:extLst>
            <ns1:hlinkClick ns3:id="rIdNav11" action="ppaction://hlinksldjump"/>
          </ns0:cNvPr>
          <ns0:cNvSpPr>
            <ns1:spLocks noGrp="1"/>
          </ns0:cNvSpPr>
          <ns0:nvPr/>
        </ns0:nvSpPr>
        <ns0:spPr>
          <ns1:xfrm>
            <ns1:off x="9906000" y="6286500"/>
            <ns1:ext cx="1714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455649868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8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heading">
            <ns1:extLst>
              <ns1:ext uri="{FF2B5EF4-FFF2-40B4-BE49-F238E27FC236}">
                <ns2:creationId id="{707BA7B2-66DF-4CBD-A076-3DC4D36E09C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7200"/>
            <ns1:ext cx="108204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rPr>
              <ns1:t>Movimiento a izquierda y derecha</ns1:t>
            </ns1:r>
          </ns1:p>
        </ns0:txBody>
      </ns0:sp>
      <ns0:sp>
        <ns0:nvSpPr>
          <ns0:cNvPr id="2" name="left-key">
            <ns1:extLst>
              <ns1:ext uri="{FF2B5EF4-FFF2-40B4-BE49-F238E27FC236}">
                <ns2:creationId id="{2A53F15F-2A57-4C2F-9199-18A9FF47AE1E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1866900"/>
            <ns1:ext cx="4619625" cy="10858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63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63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63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←  o  A</ns1:t>
            </ns1:r>
          </ns1:p>
        </ns0:txBody>
      </ns0:sp>
      <ns0:sp>
        <ns0:nvSpPr>
          <ns0:cNvPr id="3" name="left-label">
            <ns1:extLst>
              <ns1:ext uri="{FF2B5EF4-FFF2-40B4-BE49-F238E27FC236}">
                <ns2:creationId id="{C7E06E1F-B500-456D-AFAF-51B8EDD605A1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105150"/>
            <ns1:ext cx="4619625" cy="6477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550" b="1">
                <ns1:solidFill>
                  <ns1:srgbClr val="49315F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550" b="1">
                <ns1:solidFill>
                  <ns1:srgbClr val="49315F"/>
                </ns1:solidFill>
                <ns1:latin typeface="Segoe UI"/>
                <ns1:ea typeface="Segoe UI"/>
                <ns1:cs typeface="Segoe UI"/>
              </ns1:defRPr>
            </ns1:pPr>
            <ns1:r>
              <ns1:rPr sz="2550" b="1">
                <ns1:solidFill>
                  <ns1:srgbClr val="49315F"/>
                </ns1:solidFill>
                <ns1:latin typeface="Segoe UI"/>
                <ns1:ea typeface="Segoe UI"/>
                <ns1:cs typeface="Segoe UI"/>
              </ns1:rPr>
              <ns1:t>Hacia la izquierda</ns1:t>
            </ns1:r>
          </ns1:p>
        </ns0:txBody>
      </ns0:sp>
      <ns0:sp>
        <ns0:nvSpPr>
          <ns0:cNvPr id="4" name="left-body">
            <ns1:extLst>
              <ns1:ext uri="{FF2B5EF4-FFF2-40B4-BE49-F238E27FC236}">
                <ns2:creationId id="{1E712FF5-CB99-48F4-9451-76A8E10A0178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943350"/>
            <ns1:ext cx="4619625" cy="1047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Mantén una de estas teclas</ns1:t>
            </ns1:r>
          </ns1:p>
          <ns1:p>
            <ns1:pPr>
              <ns1:defRPr sz="217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para desplazarte hacia ese lado.</ns1:t>
            </ns1:r>
          </ns1:p>
        </ns0:txBody>
      </ns0:sp>
      <ns0:sp>
        <ns0:nvSpPr>
          <ns0:cNvPr id="5" name="right-key">
            <ns1:extLst>
              <ns1:ext uri="{FF2B5EF4-FFF2-40B4-BE49-F238E27FC236}">
                <ns2:creationId id="{C90028C7-E518-4BBD-93D7-2BED9CB3AC17}"/>
              </ns1:ext>
            </ns1:extLst>
          </ns0:cNvPr>
          <ns0:cNvSpPr>
            <ns1:spLocks noGrp="1"/>
          </ns0:cNvSpPr>
          <ns0:nvPr/>
        </ns0:nvSpPr>
        <ns0:spPr>
          <ns1:xfrm>
            <ns1:off x="6705600" y="1866900"/>
            <ns1:ext cx="4619625" cy="10858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63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63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63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→  o  D</ns1:t>
            </ns1:r>
          </ns1:p>
        </ns0:txBody>
      </ns0:sp>
      <ns0:sp>
        <ns0:nvSpPr>
          <ns0:cNvPr id="6" name="right-label">
            <ns1:extLst>
              <ns1:ext uri="{FF2B5EF4-FFF2-40B4-BE49-F238E27FC236}">
                <ns2:creationId id="{F7329A27-8C36-478D-A024-178F6F339DE4}"/>
              </ns1:ext>
            </ns1:extLst>
          </ns0:cNvPr>
          <ns0:cNvSpPr>
            <ns1:spLocks noGrp="1"/>
          </ns0:cNvSpPr>
          <ns0:nvPr/>
        </ns0:nvSpPr>
        <ns0:spPr>
          <ns1:xfrm>
            <ns1:off x="6705600" y="3105150"/>
            <ns1:ext cx="4619625" cy="6477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550" b="1">
                <ns1:solidFill>
                  <ns1:srgbClr val="49315F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550" b="1">
                <ns1:solidFill>
                  <ns1:srgbClr val="49315F"/>
                </ns1:solidFill>
                <ns1:latin typeface="Segoe UI"/>
                <ns1:ea typeface="Segoe UI"/>
                <ns1:cs typeface="Segoe UI"/>
              </ns1:defRPr>
            </ns1:pPr>
            <ns1:r>
              <ns1:rPr sz="2550" b="1">
                <ns1:solidFill>
                  <ns1:srgbClr val="49315F"/>
                </ns1:solidFill>
                <ns1:latin typeface="Segoe UI"/>
                <ns1:ea typeface="Segoe UI"/>
                <ns1:cs typeface="Segoe UI"/>
              </ns1:rPr>
              <ns1:t>Hacia la derecha</ns1:t>
            </ns1:r>
          </ns1:p>
        </ns0:txBody>
      </ns0:sp>
      <ns0:sp>
        <ns0:nvSpPr>
          <ns0:cNvPr id="7" name="right-body">
            <ns1:extLst>
              <ns1:ext uri="{FF2B5EF4-FFF2-40B4-BE49-F238E27FC236}">
                <ns2:creationId id="{84E6F1A5-81FB-4300-BB41-54E7A71833F3}"/>
              </ns1:ext>
            </ns1:extLst>
          </ns0:cNvPr>
          <ns0:cNvSpPr>
            <ns1:spLocks noGrp="1"/>
          </ns0:cNvSpPr>
          <ns0:nvPr/>
        </ns0:nvSpPr>
        <ns0:spPr>
          <ns1:xfrm>
            <ns1:off x="6705600" y="3943350"/>
            <ns1:ext cx="4619625" cy="1047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7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7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Suelta la tecla o cambia</ns1:t>
            </ns1:r>
          </ns1:p>
          <ns1:p>
            <ns1:pPr>
              <ns1:defRPr sz="217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17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de dirección para ajustar la caída.</ns1:t>
            </ns1:r>
          </ns1:p>
        </ns0:txBody>
      </ns0:sp>
      <ns0:sp>
        <ns0:nvSpPr>
          <ns0:cNvPr id="8" name="note">
            <ns1:extLst>
              <ns1:ext uri="{FF2B5EF4-FFF2-40B4-BE49-F238E27FC236}">
                <ns2:creationId id="{FCA67B5D-B2D1-4CFB-A4D0-29AB6128B33E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5410200"/>
            <ns1:ext cx="1047750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1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1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1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Puedes corregir la posición mientras Amy está en el aire.</ns1:t>
            </ns1:r>
          </ns1:p>
        </ns0:txBody>
      </ns0:sp>
      <ns0:sp>
        <ns0:nvSpPr>
          <ns0:cNvPr id="9" name="link_to_2_11">
            <ns1:extLst>
              <ns1:ext uri="{FF2B5EF4-FFF2-40B4-BE49-F238E27FC236}">
                <ns2:creationId id="{13F57F83-58C2-47C3-B4BE-1D635D0581C7}"/>
              </ns1:ext>
            </ns1:extLst>
            <ns1:hlinkClick ns3:id="rIdNav12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10" name="link_to_3_12">
            <ns1:extLst>
              <ns1:ext uri="{FF2B5EF4-FFF2-40B4-BE49-F238E27FC236}">
                <ns2:creationId id="{BEEEFD29-2E87-4366-A4A4-75058DFBB680}"/>
              </ns1:ext>
            </ns1:extLst>
            <ns1:hlinkClick ns3:id="rIdNav13" action="ppaction://hlinksldjump"/>
          </ns0:cNvPr>
          <ns0:cNvSpPr>
            <ns1:spLocks noGrp="1"/>
          </ns0:cNvSpPr>
          <ns0:nvPr/>
        </ns0:nvSpPr>
        <ns0:spPr>
          <ns1:xfrm>
            <ns1:off x="8153400" y="6286500"/>
            <ns1:ext cx="16192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11" name="link_to_5_13">
            <ns1:extLst>
              <ns1:ext uri="{FF2B5EF4-FFF2-40B4-BE49-F238E27FC236}">
                <ns2:creationId id="{0310426E-6FC3-4714-AFDD-B0ACC99237E9}"/>
              </ns1:ext>
            </ns1:extLst>
            <ns1:hlinkClick ns3:id="rIdNav14" action="ppaction://hlinksldjump"/>
          </ns0:cNvPr>
          <ns0:cNvSpPr>
            <ns1:spLocks noGrp="1"/>
          </ns0:cNvSpPr>
          <ns0:nvPr/>
        </ns0:nvSpPr>
        <ns0:spPr>
          <ns1:xfrm>
            <ns1:off x="9906000" y="6286500"/>
            <ns1:ext cx="1714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2108190946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8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0" name="heading">
            <ns1:extLst>
              <ns1:ext uri="{FF2B5EF4-FFF2-40B4-BE49-F238E27FC236}">
                <ns2:creationId id="{CE5961D0-6C6C-4FBF-AC2E-8DDD3061EE7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7200"/>
            <ns1:ext cx="108204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rPr>
              <ns1:t>El salto es automático</ns1:t>
            </ns1:r>
          </ns1:p>
        </ns0:txBody>
      </ns0:sp>
      <ns0:sp>
        <ns0:nvSpPr>
          <ns0:cNvPr id="2" name="jump-head">
            <ns1:extLst>
              <ns1:ext uri="{FF2B5EF4-FFF2-40B4-BE49-F238E27FC236}">
                <ns2:creationId id="{83E3F449-6B33-4EBB-8444-84247721DB98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1676400"/>
            <ns1:ext cx="6953250" cy="609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7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7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27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Tú eliges dónde aterrizar</ns1:t>
            </ns1:r>
          </ns1:p>
        </ns0:txBody>
      </ns0:sp>
      <ns0:sp>
        <ns0:nvSpPr>
          <ns0:cNvPr id="3" name="jump-body">
            <ns1:extLst>
              <ns1:ext uri="{FF2B5EF4-FFF2-40B4-BE49-F238E27FC236}">
                <ns2:creationId id="{E95244B5-F8D5-4B07-85D4-93DACD6E7B75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2581275"/>
            <ns1:ext cx="7000875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Al tocar una plataforma, Amy</ns1:t>
            </ns1:r>
          </ns1:p>
          <ns1:p>
            <ns1:pPr>
              <ns1:def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vuelve a impulsarse hacia arriba.</ns1:t>
            </ns1:r>
          </ns1:p>
          <ns1:p>
            <ns1:r>
              <ns1:t/>
            </ns1:r>
          </ns1:p>
          <ns1:p>
            <ns1:pPr>
              <ns1:def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Usa izquierda o derecha para dirigir</ns1:t>
            </ns1:r>
          </ns1:p>
          <ns1:p>
            <ns1:pPr>
              <ns1:def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el siguiente aterrizaje.</ns1:t>
            </ns1:r>
          </ns1:p>
        </ns0:txBody>
      </ns0:sp>
      <ns0:sp>
        <ns0:nvSpPr>
          <ns0:cNvPr id="4" name="jump-note">
            <ns1:extLst>
              <ns1:ext uri="{FF2B5EF4-FFF2-40B4-BE49-F238E27FC236}">
                <ns2:creationId id="{BAB6C9D3-0F85-4EEB-9917-E745420617DC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5257800"/>
            <ns1:ext cx="704850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1">
                <ns1:solidFill>
                  <ns1:srgbClr val="49315F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1">
                <ns1:solidFill>
                  <ns1:srgbClr val="49315F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1">
                <ns1:solidFill>
                  <ns1:srgbClr val="49315F"/>
                </ns1:solidFill>
                <ns1:latin typeface="Segoe UI"/>
                <ns1:ea typeface="Segoe UI"/>
                <ns1:cs typeface="Segoe UI"/>
              </ns1:rPr>
              <ns1:t>No necesitas una tecla de salto.</ns1:t>
            </ns1:r>
          </ns1:p>
        </ns0:txBody>
      </ns0:sp>
      <ns0:pic>
        <ns0:nvPicPr>
          <ns0:cNvPr id="5" name="">
            <ns1:extLst>
              <ns1:ext uri="{FF2B5EF4-FFF2-40B4-BE49-F238E27FC236}">
                <ns2:creationId id="{A26191F5-436F-42D8-BAC1-21A7F3FF26EE}"/>
              </ns1:ext>
            </ns1:extLst>
          </ns0:cNvPr>
          <ns0:cNvPicPr>
            <ns1:picLocks noChangeAspect="1"/>
          </ns0:cNvPicPr>
          <ns0:nvPr/>
        </ns0:nvPicPr>
        <ns0:blipFill>
          <ns1:blip ns3:embed="Racc94055d9814055"/>
          <ns1:stretch/>
        </ns0:blipFill>
        <ns0:spPr>
          <ns1:xfrm>
            <ns1:off x="8429625" y="1719263"/>
            <ns1:ext cx="2857500" cy="2857500"/>
          </ns1:xfrm>
          <ns1:prstGeom prst="rect">
            <ns1:avLst/>
          </ns1:prstGeom>
        </ns0:spPr>
      </ns0:pic>
      <ns0:pic>
        <ns0:nvPicPr>
          <ns0:cNvPr id="6" name="">
            <ns1:extLst>
              <ns1:ext uri="{FF2B5EF4-FFF2-40B4-BE49-F238E27FC236}">
                <ns2:creationId id="{ACF69863-55A6-4B3A-A52D-0C37EDB9CAED}"/>
              </ns1:ext>
            </ns1:extLst>
          </ns0:cNvPr>
          <ns0:cNvPicPr>
            <ns1:picLocks noChangeAspect="1"/>
          </ns0:cNvPicPr>
          <ns0:nvPr/>
        </ns0:nvPicPr>
        <ns0:blipFill>
          <ns1:blip ns3:embed="R78056510948748e2"/>
          <ns1:stretch/>
        </ns0:blipFill>
        <ns0:spPr>
          <ns1:xfrm>
            <ns1:off x="8534400" y="4857750"/>
            <ns1:ext cx="2714625" cy="904875"/>
          </ns1:xfrm>
          <ns1:prstGeom prst="rect">
            <ns1:avLst/>
          </ns1:prstGeom>
        </ns0:spPr>
      </ns0:pic>
      <ns0:sp>
        <ns0:nvSpPr>
          <ns0:cNvPr id="7" name="link_to_2_14">
            <ns1:extLst>
              <ns1:ext uri="{FF2B5EF4-FFF2-40B4-BE49-F238E27FC236}">
                <ns2:creationId id="{573F0C89-336C-4F40-8BE6-1369B60CC001}"/>
              </ns1:ext>
            </ns1:extLst>
            <ns1:hlinkClick ns3:id="rIdNav15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8" name="link_to_4_15">
            <ns1:extLst>
              <ns1:ext uri="{FF2B5EF4-FFF2-40B4-BE49-F238E27FC236}">
                <ns2:creationId id="{8DC0AAEF-D0A7-42D8-B997-D5F5AB79F0D0}"/>
              </ns1:ext>
            </ns1:extLst>
            <ns1:hlinkClick ns3:id="rIdNav16" action="ppaction://hlinksldjump"/>
          </ns0:cNvPr>
          <ns0:cNvSpPr>
            <ns1:spLocks noGrp="1"/>
          </ns0:cNvSpPr>
          <ns0:nvPr/>
        </ns0:nvSpPr>
        <ns0:spPr>
          <ns1:xfrm>
            <ns1:off x="8153400" y="6286500"/>
            <ns1:ext cx="16192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9" name="link_to_6_16">
            <ns1:extLst>
              <ns1:ext uri="{FF2B5EF4-FFF2-40B4-BE49-F238E27FC236}">
                <ns2:creationId id="{900F8D3C-3543-427C-B495-2AB5C01AD879}"/>
              </ns1:ext>
            </ns1:extLst>
            <ns1:hlinkClick ns3:id="rIdNav17" action="ppaction://hlinksldjump"/>
          </ns0:cNvPr>
          <ns0:cNvSpPr>
            <ns1:spLocks noGrp="1"/>
          </ns0:cNvSpPr>
          <ns0:nvPr/>
        </ns0:nvSpPr>
        <ns0:spPr>
          <ns1:xfrm>
            <ns1:off x="9906000" y="6286500"/>
            <ns1:ext cx="1714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994591163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8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0" name="heading">
            <ns1:extLst>
              <ns1:ext uri="{FF2B5EF4-FFF2-40B4-BE49-F238E27FC236}">
                <ns2:creationId id="{480A8391-3E8C-4529-9262-DA9587711AA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7200"/>
            <ns1:ext cx="108204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rPr>
              <ns1:t>El portal y el final del intento</ns1:t>
            </ns1:r>
          </ns1:p>
        </ns0:txBody>
      </ns0:sp>
      <ns0:sp>
        <ns0:nvSpPr>
          <ns0:cNvPr id="2" name="portal-head">
            <ns1:extLst>
              <ns1:ext uri="{FF2B5EF4-FFF2-40B4-BE49-F238E27FC236}">
                <ns2:creationId id="{C599C1B1-62A0-4002-B547-3E1BAB2DDF6E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1714500"/>
            <ns1:ext cx="7524750" cy="5905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6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6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26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Tu objetivo: alcanzar el portal</ns1:t>
            </ns1:r>
          </ns1:p>
        </ns0:txBody>
      </ns0:sp>
      <ns0:sp>
        <ns0:nvSpPr>
          <ns0:cNvPr id="3" name="portal-body">
            <ns1:extLst>
              <ns1:ext uri="{FF2B5EF4-FFF2-40B4-BE49-F238E27FC236}">
                <ns2:creationId id="{5C262C8F-7ECA-45A5-A89C-E4AA0D0E9A4A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2533650"/>
            <ns1:ext cx="7524750" cy="1123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Sube de plataforma en plataforma.</ns1:t>
            </ns1:r>
          </ns1:p>
          <ns1:p>
            <ns1:pPr>
              <ns1:def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Al tocar el portal se completa la demo.</ns1:t>
            </ns1:r>
          </ns1:p>
        </ns0:txBody>
      </ns0:sp>
      <ns0:sp>
        <ns0:nvSpPr>
          <ns0:cNvPr id="4" name="fall-head">
            <ns1:extLst>
              <ns1:ext uri="{FF2B5EF4-FFF2-40B4-BE49-F238E27FC236}">
                <ns2:creationId id="{D6AFBB58-48B1-443E-8F96-B94C13B00544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4048125"/>
            <ns1:ext cx="752475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75" b="1">
                <ns1:solidFill>
                  <ns1:srgbClr val="49315F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75" b="1">
                <ns1:solidFill>
                  <ns1:srgbClr val="49315F"/>
                </ns1:solidFill>
                <ns1:latin typeface="Segoe UI"/>
                <ns1:ea typeface="Segoe UI"/>
                <ns1:cs typeface="Segoe UI"/>
              </ns1:defRPr>
            </ns1:pPr>
            <ns1:r>
              <ns1:rPr sz="2475" b="1">
                <ns1:solidFill>
                  <ns1:srgbClr val="49315F"/>
                </ns1:solidFill>
                <ns1:latin typeface="Segoe UI"/>
                <ns1:ea typeface="Segoe UI"/>
                <ns1:cs typeface="Segoe UI"/>
              </ns1:rPr>
              <ns1:t>Si Amy cae fuera de la pantalla</ns1:t>
            </ns1:r>
          </ns1:p>
        </ns0:txBody>
      </ns0:sp>
      <ns0:sp>
        <ns0:nvSpPr>
          <ns0:cNvPr id="5" name="fall-body">
            <ns1:extLst>
              <ns1:ext uri="{FF2B5EF4-FFF2-40B4-BE49-F238E27FC236}">
                <ns2:creationId id="{EDF11321-7B6C-40D2-893B-6AE713EBE589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4810125"/>
            <ns1:ext cx="7524750" cy="1095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La partida vuelve a empezar.</ns1:t>
            </ns1:r>
          </ns1:p>
          <ns1:p>
            <ns1:pPr>
              <ns1:def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2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Busca otro camino en el siguiente intento.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A502597A-75F9-45EB-BB1E-454C380301F4}"/>
              </ns1:ext>
            </ns1:extLst>
          </ns0:cNvPr>
          <ns0:cNvPicPr>
            <ns1:picLocks noChangeAspect="1"/>
          </ns0:cNvPicPr>
          <ns0:nvPr/>
        </ns0:nvPicPr>
        <ns0:blipFill>
          <ns1:blip ns3:embed="R801b1abdb3f14bcc"/>
          <ns1:stretch/>
        </ns0:blipFill>
        <ns0:spPr>
          <ns1:xfrm>
            <ns1:off x="8905875" y="1890713"/>
            <ns1:ext cx="2381250" cy="3571875"/>
          </ns1:xfrm>
          <ns1:prstGeom prst="rect">
            <ns1:avLst/>
          </ns1:prstGeom>
        </ns0:spPr>
      </ns0:pic>
      <ns0:sp>
        <ns0:nvSpPr>
          <ns0:cNvPr id="7" name="link_to_2_17">
            <ns1:extLst>
              <ns1:ext uri="{FF2B5EF4-FFF2-40B4-BE49-F238E27FC236}">
                <ns2:creationId id="{73BF38A9-AEBC-4270-8A9E-156E1FA9336A}"/>
              </ns1:ext>
            </ns1:extLst>
            <ns1:hlinkClick ns3:id="rIdNav18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8" name="link_to_5_18">
            <ns1:extLst>
              <ns1:ext uri="{FF2B5EF4-FFF2-40B4-BE49-F238E27FC236}">
                <ns2:creationId id="{45FA9DBA-4C93-4289-999D-116AE7E5CE5F}"/>
              </ns1:ext>
            </ns1:extLst>
            <ns1:hlinkClick ns3:id="rIdNav19" action="ppaction://hlinksldjump"/>
          </ns0:cNvPr>
          <ns0:cNvSpPr>
            <ns1:spLocks noGrp="1"/>
          </ns0:cNvSpPr>
          <ns0:nvPr/>
        </ns0:nvSpPr>
        <ns0:spPr>
          <ns1:xfrm>
            <ns1:off x="8153400" y="6286500"/>
            <ns1:ext cx="16192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9" name="link_to_7_19">
            <ns1:extLst>
              <ns1:ext uri="{FF2B5EF4-FFF2-40B4-BE49-F238E27FC236}">
                <ns2:creationId id="{0B0C2FF7-C928-4F30-BC4B-7FD4FE3DB134}"/>
              </ns1:ext>
            </ns1:extLst>
            <ns1:hlinkClick ns3:id="rIdNav20" action="ppaction://hlinksldjump"/>
          </ns0:cNvPr>
          <ns0:cNvSpPr>
            <ns1:spLocks noGrp="1"/>
          </ns0:cNvSpPr>
          <ns0:nvPr/>
        </ns0:nvSpPr>
        <ns0:spPr>
          <ns1:xfrm>
            <ns1:off x="9906000" y="6286500"/>
            <ns1:ext cx="1714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1979529061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8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8" name="heading">
            <ns1:extLst>
              <ns1:ext uri="{FF2B5EF4-FFF2-40B4-BE49-F238E27FC236}">
                <ns2:creationId id="{10CCA64E-5ECA-498C-9E70-1608C2AF7CD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7200"/>
            <ns1:ext cx="108204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rPr>
              <ns1:t>Los bordes también forman parte del recorrido</ns1:t>
            </ns1:r>
          </ns1:p>
        </ns0:txBody>
      </ns0:sp>
      <ns0:sp>
        <ns0:nvSpPr>
          <ns0:cNvPr id="2" name="wrap">
            <ns1:extLst>
              <ns1:ext uri="{FF2B5EF4-FFF2-40B4-BE49-F238E27FC236}">
                <ns2:creationId id="{EFFA0721-E88A-424D-9F54-36C0B953284B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1885950"/>
            <ns1:ext cx="10668000" cy="10096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45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45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45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Un lado  ⇄  El otro lado</ns1:t>
            </ns1:r>
          </ns1:p>
        </ns0:txBody>
      </ns0:sp>
      <ns0:sp>
        <ns0:nvSpPr>
          <ns0:cNvPr id="3" name="wrap-body">
            <ns1:extLst>
              <ns1:ext uri="{FF2B5EF4-FFF2-40B4-BE49-F238E27FC236}">
                <ns2:creationId id="{A6E2E8FE-3EE5-4FFA-BA65-5BE6BA10BD01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3286125"/>
            <ns1:ext cx="10429875" cy="1143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8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8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8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Al cruzar un borde lateral, Amy</ns1:t>
            </ns1:r>
          </ns1:p>
          <ns1:p>
            <ns1:pPr>
              <ns1:defRPr sz="28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85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reaparece por el lado opuesto.</ns1:t>
            </ns1:r>
          </ns1:p>
        </ns0:txBody>
      </ns0:sp>
      <ns0:sp>
        <ns0:nvSpPr>
          <ns0:cNvPr id="4" name="wrap-tip">
            <ns1:extLst>
              <ns1:ext uri="{FF2B5EF4-FFF2-40B4-BE49-F238E27FC236}">
                <ns2:creationId id="{0ABBFB34-0435-4E65-A306-6D025B66C559}"/>
              </ns1:ext>
            </ns1:extLst>
          </ns0:cNvPr>
          <ns0:cNvSpPr>
            <ns1:spLocks noGrp="1"/>
          </ns0:cNvSpPr>
          <ns0:nvPr/>
        </ns0:nvSpPr>
        <ns0:spPr>
          <ns1:xfrm>
            <ns1:off x="876300" y="4791075"/>
            <ns1:ext cx="10382250" cy="1047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Antes de cruzar, observa dónde</ns1:t>
            </ns1:r>
          </ns1:p>
          <ns1:p>
            <ns1:pPr>
              <ns1:def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estará tu siguiente plataforma.</ns1:t>
            </ns1:r>
          </ns1:p>
        </ns0:txBody>
      </ns0:sp>
      <ns0:sp>
        <ns0:nvSpPr>
          <ns0:cNvPr id="5" name="link_to_2_20">
            <ns1:extLst>
              <ns1:ext uri="{FF2B5EF4-FFF2-40B4-BE49-F238E27FC236}">
                <ns2:creationId id="{78C839DE-3BA3-42A5-81C5-04B4E81C6FA0}"/>
              </ns1:ext>
            </ns1:extLst>
            <ns1:hlinkClick ns3:id="rIdNav21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6" name="link_to_6_21">
            <ns1:extLst>
              <ns1:ext uri="{FF2B5EF4-FFF2-40B4-BE49-F238E27FC236}">
                <ns2:creationId id="{0D0604D9-645F-4C03-A5B3-9F04D5EE54DD}"/>
              </ns1:ext>
            </ns1:extLst>
            <ns1:hlinkClick ns3:id="rIdNav22" action="ppaction://hlinksldjump"/>
          </ns0:cNvPr>
          <ns0:cNvSpPr>
            <ns1:spLocks noGrp="1"/>
          </ns0:cNvSpPr>
          <ns0:nvPr/>
        </ns0:nvSpPr>
        <ns0:spPr>
          <ns1:xfrm>
            <ns1:off x="8153400" y="6286500"/>
            <ns1:ext cx="16192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7" name="link_to_8_22">
            <ns1:extLst>
              <ns1:ext uri="{FF2B5EF4-FFF2-40B4-BE49-F238E27FC236}">
                <ns2:creationId id="{6EF3FD25-FD20-4918-8F3B-C4FB1D5945A6}"/>
              </ns1:ext>
            </ns1:extLst>
            <ns1:hlinkClick ns3:id="rIdNav23" action="ppaction://hlinksldjump"/>
          </ns0:cNvPr>
          <ns0:cNvSpPr>
            <ns1:spLocks noGrp="1"/>
          </ns0:cNvSpPr>
          <ns0:nvPr/>
        </ns0:nvSpPr>
        <ns0:spPr>
          <ns1:xfrm>
            <ns1:off x="9906000" y="6286500"/>
            <ns1:ext cx="1714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1069145313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8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2" name="heading">
            <ns1:extLst>
              <ns1:ext uri="{FF2B5EF4-FFF2-40B4-BE49-F238E27FC236}">
                <ns2:creationId id="{1B604267-6709-4DAE-B200-EE89A6653D2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7200"/>
            <ns1:ext cx="108204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rPr>
              <ns1:t>Pausa y opciones de la partida</ns1:t>
            </ns1:r>
          </ns1:p>
        </ns0:txBody>
      </ns0:sp>
      <ns0:sp>
        <ns0:nvSpPr>
          <ns0:cNvPr id="2" name="pause-intro">
            <ns1:extLst>
              <ns1:ext uri="{FF2B5EF4-FFF2-40B4-BE49-F238E27FC236}">
                <ns2:creationId id="{CCD4EF16-E614-4D0E-BBA0-5DDC54D599FC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1466850"/>
            <ns1:ext cx="10572750" cy="5143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Haz clic en el botón de pausa del juego.</ns1:t>
            </ns1:r>
          </ns1:p>
        </ns0:txBody>
      </ns0:sp>
      <ns0:pic>
        <ns0:nvPicPr>
          <ns0:cNvPr id="3" name="">
            <ns1:extLst>
              <ns1:ext uri="{FF2B5EF4-FFF2-40B4-BE49-F238E27FC236}">
                <ns2:creationId id="{4916FDCE-97EA-42B9-8855-8ADB27003DF7}"/>
              </ns1:ext>
            </ns1:extLst>
          </ns0:cNvPr>
          <ns0:cNvPicPr>
            <ns1:picLocks noChangeAspect="1"/>
          </ns0:cNvPicPr>
          <ns0:nvPr/>
        </ns0:nvPicPr>
        <ns0:blipFill>
          <ns1:blip ns3:embed="R4a53dc440f664da5"/>
          <ns1:stretch/>
        </ns0:blipFill>
        <ns0:spPr>
          <ns1:xfrm>
            <ns1:off x="1114425" y="2352675"/>
            <ns1:ext cx="2914650" cy="971550"/>
          </ns1:xfrm>
          <ns1:prstGeom prst="rect">
            <ns1:avLst/>
          </ns1:prstGeom>
        </ns0:spPr>
      </ns0:pic>
      <ns0:sp>
        <ns0:nvSpPr>
          <ns0:cNvPr id="4" name="option-0">
            <ns1:extLst>
              <ns1:ext uri="{FF2B5EF4-FFF2-40B4-BE49-F238E27FC236}">
                <ns2:creationId id="{43CEC14C-031D-42C3-9889-A87E8F4782C4}"/>
              </ns1:ext>
            </ns1:extLst>
          </ns0:cNvPr>
          <ns0:cNvSpPr>
            <ns1:spLocks noGrp="1"/>
          </ns0:cNvSpPr>
          <ns0:nvPr/>
        </ns0:nvSpPr>
        <ns0:spPr>
          <ns1:xfrm>
            <ns1:off x="4953000" y="2619375"/>
            <ns1:ext cx="6381750" cy="7048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Continúa desde donde estabas.</ns1:t>
            </ns1:r>
          </ns1:p>
        </ns0:txBody>
      </ns0:sp>
      <ns0:pic>
        <ns0:nvPicPr>
          <ns0:cNvPr id="5" name="">
            <ns1:extLst>
              <ns1:ext uri="{FF2B5EF4-FFF2-40B4-BE49-F238E27FC236}">
                <ns2:creationId id="{8C19BEE5-558B-4B41-B93C-95D317AE4B68}"/>
              </ns1:ext>
            </ns1:extLst>
          </ns0:cNvPr>
          <ns0:cNvPicPr>
            <ns1:picLocks noChangeAspect="1"/>
          </ns0:cNvPicPr>
          <ns0:nvPr/>
        </ns0:nvPicPr>
        <ns0:blipFill>
          <ns1:blip ns3:embed="Rd98e0d9b57ca4c84"/>
          <ns1:stretch/>
        </ns0:blipFill>
        <ns0:spPr>
          <ns1:xfrm>
            <ns1:off x="1114425" y="3486150"/>
            <ns1:ext cx="2914650" cy="971550"/>
          </ns1:xfrm>
          <ns1:prstGeom prst="rect">
            <ns1:avLst/>
          </ns1:prstGeom>
        </ns0:spPr>
      </ns0:pic>
      <ns0:sp>
        <ns0:nvSpPr>
          <ns0:cNvPr id="6" name="option-1">
            <ns1:extLst>
              <ns1:ext uri="{FF2B5EF4-FFF2-40B4-BE49-F238E27FC236}">
                <ns2:creationId id="{94E45D1E-7072-40F7-BF68-408D4E84228D}"/>
              </ns1:ext>
            </ns1:extLst>
          </ns0:cNvPr>
          <ns0:cNvSpPr>
            <ns1:spLocks noGrp="1"/>
          </ns0:cNvSpPr>
          <ns0:nvPr/>
        </ns0:nvSpPr>
        <ns0:spPr>
          <ns1:xfrm>
            <ns1:off x="4953000" y="3752850"/>
            <ns1:ext cx="6381750" cy="7048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Comienza la partida otra vez.</ns1:t>
            </ns1:r>
          </ns1:p>
        </ns0:txBody>
      </ns0:sp>
      <ns0:pic>
        <ns0:nvPicPr>
          <ns0:cNvPr id="7" name="">
            <ns1:extLst>
              <ns1:ext uri="{FF2B5EF4-FFF2-40B4-BE49-F238E27FC236}">
                <ns2:creationId id="{A119994B-D9DC-4CE2-BA12-C4DDDB413F21}"/>
              </ns1:ext>
            </ns1:extLst>
          </ns0:cNvPr>
          <ns0:cNvPicPr>
            <ns1:picLocks noChangeAspect="1"/>
          </ns0:cNvPicPr>
          <ns0:nvPr/>
        </ns0:nvPicPr>
        <ns0:blipFill>
          <ns1:blip ns3:embed="Rc0e6523013b64c26"/>
          <ns1:stretch/>
        </ns0:blipFill>
        <ns0:spPr>
          <ns1:xfrm>
            <ns1:off x="1114425" y="4619625"/>
            <ns1:ext cx="2914650" cy="971550"/>
          </ns1:xfrm>
          <ns1:prstGeom prst="rect">
            <ns1:avLst/>
          </ns1:prstGeom>
        </ns0:spPr>
      </ns0:pic>
      <ns0:sp>
        <ns0:nvSpPr>
          <ns0:cNvPr id="8" name="option-2">
            <ns1:extLst>
              <ns1:ext uri="{FF2B5EF4-FFF2-40B4-BE49-F238E27FC236}">
                <ns2:creationId id="{F4880C3C-A878-44AB-BE72-8303EF0C4A8F}"/>
              </ns1:ext>
            </ns1:extLst>
          </ns0:cNvPr>
          <ns0:cNvSpPr>
            <ns1:spLocks noGrp="1"/>
          </ns0:cNvSpPr>
          <ns0:nvPr/>
        </ns0:nvSpPr>
        <ns0:spPr>
          <ns1:xfrm>
            <ns1:off x="4953000" y="4886325"/>
            <ns1:ext cx="6381750" cy="7048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325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Regresa al menú principal.</ns1:t>
            </ns1:r>
          </ns1:p>
        </ns0:txBody>
      </ns0:sp>
      <ns0:sp>
        <ns0:nvSpPr>
          <ns0:cNvPr id="9" name="link_to_2_23">
            <ns1:extLst>
              <ns1:ext uri="{FF2B5EF4-FFF2-40B4-BE49-F238E27FC236}">
                <ns2:creationId id="{D46A99B9-E3AD-4EF2-B3A5-C4FD94F6660F}"/>
              </ns1:ext>
            </ns1:extLst>
            <ns1:hlinkClick ns3:id="rIdNav24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10" name="link_to_7_24">
            <ns1:extLst>
              <ns1:ext uri="{FF2B5EF4-FFF2-40B4-BE49-F238E27FC236}">
                <ns2:creationId id="{77B46E9E-B3A0-486D-A8CC-4F0226F80E5D}"/>
              </ns1:ext>
            </ns1:extLst>
            <ns1:hlinkClick ns3:id="rIdNav25" action="ppaction://hlinksldjump"/>
          </ns0:cNvPr>
          <ns0:cNvSpPr>
            <ns1:spLocks noGrp="1"/>
          </ns0:cNvSpPr>
          <ns0:nvPr/>
        </ns0:nvSpPr>
        <ns0:spPr>
          <ns1:xfrm>
            <ns1:off x="8153400" y="6286500"/>
            <ns1:ext cx="16192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11" name="link_to_9_25">
            <ns1:extLst>
              <ns1:ext uri="{FF2B5EF4-FFF2-40B4-BE49-F238E27FC236}">
                <ns2:creationId id="{9E5D6581-618D-4648-B420-D4095F52E972}"/>
              </ns1:ext>
            </ns1:extLst>
            <ns1:hlinkClick ns3:id="rIdNav26" action="ppaction://hlinksldjump"/>
          </ns0:cNvPr>
          <ns0:cNvSpPr>
            <ns1:spLocks noGrp="1"/>
          </ns0:cNvSpPr>
          <ns0:nvPr/>
        </ns0:nvSpPr>
        <ns0:spPr>
          <ns1:xfrm>
            <ns1:off x="9906000" y="6286500"/>
            <ns1:ext cx="1714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Siguiente →</ns1:t>
            </ns1:r>
          </ns1:p>
        </ns0:txBody>
      </ns0:sp>
    </ns0:spTree>
    <ns0:extLst>
      <ns0:ext uri="{BB962C8B-B14F-4D97-AF65-F5344CB8AC3E}">
        <ns4:creationId val="2043262822"/>
      </ns0:ext>
    </ns0:extLst>
  </ns0:cSld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CF8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1" name="heading">
            <ns1:extLst>
              <ns1:ext uri="{FF2B5EF4-FFF2-40B4-BE49-F238E27FC236}">
                <ns2:creationId id="{6497A485-4717-4963-A211-2AB8B3EC6E3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7200"/>
            <ns1:ext cx="10820400" cy="838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defPPr>
          </ns1:lstStyle>
          <ns1:p>
            <ns1:pPr>
              <ns1:def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defRPr>
            </ns1:pPr>
            <ns1:r>
              <ns1:rPr sz="3900" b="1">
                <ns1:solidFill>
                  <ns1:srgbClr val="49315F"/>
                </ns1:solidFill>
                <ns1:latin typeface="Georgia"/>
                <ns1:ea typeface="Georgia"/>
                <ns1:cs typeface="Georgia"/>
              </ns1:rPr>
              <ns1:t>Tu primer intento</ns1:t>
            </ns1:r>
          </ns1:p>
        </ns0:txBody>
      </ns0:sp>
      <ns0:sp>
        <ns0:nvSpPr>
          <ns0:cNvPr id="2" name="check-0">
            <ns1:extLst>
              <ns1:ext uri="{FF2B5EF4-FFF2-40B4-BE49-F238E27FC236}">
                <ns2:creationId id="{678231FB-45D9-4393-8369-1DD9BC9E7F6C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1809750"/>
            <ns1:ext cx="7381875" cy="7048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1.  Elige Jugar en el menú.</ns1:t>
            </ns1:r>
          </ns1:p>
        </ns0:txBody>
      </ns0:sp>
      <ns0:sp>
        <ns0:nvSpPr>
          <ns0:cNvPr id="3" name="check-1">
            <ns1:extLst>
              <ns1:ext uri="{FF2B5EF4-FFF2-40B4-BE49-F238E27FC236}">
                <ns2:creationId id="{5A13DDEA-3D44-4ACC-8AB9-4EE3B8EC3255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647950"/>
            <ns1:ext cx="7381875" cy="7048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2.  Usa ← / → o A / D para moverte.</ns1:t>
            </ns1:r>
          </ns1:p>
        </ns0:txBody>
      </ns0:sp>
      <ns0:sp>
        <ns0:nvSpPr>
          <ns0:cNvPr id="4" name="check-2">
            <ns1:extLst>
              <ns1:ext uri="{FF2B5EF4-FFF2-40B4-BE49-F238E27FC236}">
                <ns2:creationId id="{A6589EB7-47A2-4126-A66D-E2B169BBD358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486150"/>
            <ns1:ext cx="7381875" cy="7048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0">
                <ns1:solidFill>
                  <ns1:srgbClr val="453554"/>
                </ns1:solidFill>
                <ns1:latin typeface="Segoe UI"/>
                <ns1:ea typeface="Segoe UI"/>
                <ns1:cs typeface="Segoe UI"/>
              </ns1:rPr>
              <ns1:t>3.  Busca la próxima plataforma.</ns1:t>
            </ns1:r>
          </ns1:p>
        </ns0:txBody>
      </ns0:sp>
      <ns0:sp>
        <ns0:nvSpPr>
          <ns0:cNvPr id="5" name="check-3">
            <ns1:extLst>
              <ns1:ext uri="{FF2B5EF4-FFF2-40B4-BE49-F238E27FC236}">
                <ns2:creationId id="{5E43E76A-4C05-4C58-93AF-9237E1FBDC8B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4324350"/>
            <ns1:ext cx="7381875" cy="7048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24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24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2400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4.  Sigue subiendo hasta el portal.</ns1:t>
            </ns1:r>
          </ns1:p>
        </ns0:txBody>
      </ns0:sp>
      <ns0:pic>
        <ns0:nvPicPr>
          <ns0:cNvPr id="6" name="">
            <ns1:extLst>
              <ns1:ext uri="{FF2B5EF4-FFF2-40B4-BE49-F238E27FC236}">
                <ns2:creationId id="{83B085C7-B5D5-42EA-82A7-6EC0A9D14F15}"/>
              </ns1:ext>
            </ns1:extLst>
          </ns0:cNvPr>
          <ns0:cNvPicPr>
            <ns1:picLocks noChangeAspect="1"/>
          </ns0:cNvPicPr>
          <ns0:nvPr/>
        </ns0:nvPicPr>
        <ns0:blipFill>
          <ns1:blip ns3:embed="R1c7e62b02c724bd4"/>
          <ns1:stretch/>
        </ns0:blipFill>
        <ns0:spPr>
          <ns1:xfrm>
            <ns1:off x="8677275" y="2062163"/>
            <ns1:ext cx="2714625" cy="2714625"/>
          </ns1:xfrm>
          <ns1:prstGeom prst="rect">
            <ns1:avLst/>
          </ns1:prstGeom>
        </ns0:spPr>
      </ns0:pic>
      <ns0:sp>
        <ns0:nvSpPr>
          <ns0:cNvPr id="7" name="credits">
            <ns1:extLst>
              <ns1:ext uri="{FF2B5EF4-FFF2-40B4-BE49-F238E27FC236}">
                <ns2:creationId id="{25654BA7-7277-4678-9F79-10FE08555650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505450"/>
            <ns1:ext cx="10477500" cy="5524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950" b="0">
                <ns1:solidFill>
                  <ns1:srgbClr val="49315F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950" b="0">
                <ns1:solidFill>
                  <ns1:srgbClr val="49315F"/>
                </ns1:solidFill>
                <ns1:latin typeface="Segoe UI"/>
                <ns1:ea typeface="Segoe UI"/>
                <ns1:cs typeface="Segoe UI"/>
              </ns1:defRPr>
            </ns1:pPr>
            <ns1:r>
              <ns1:rPr sz="1950" b="0">
                <ns1:solidFill>
                  <ns1:srgbClr val="49315F"/>
                </ns1:solidFill>
                <ns1:latin typeface="Segoe UI"/>
                <ns1:ea typeface="Segoe UI"/>
                <ns1:cs typeface="Segoe UI"/>
              </ns1:rPr>
              <ns1:t>Proyecto escolar · Desarrollado con Construct 2</ns1:t>
            </ns1:r>
          </ns1:p>
        </ns0:txBody>
      </ns0:sp>
      <ns0:sp>
        <ns0:nvSpPr>
          <ns0:cNvPr id="8" name="link_to_2_26">
            <ns1:extLst>
              <ns1:ext uri="{FF2B5EF4-FFF2-40B4-BE49-F238E27FC236}">
                <ns2:creationId id="{A7DBCE91-E358-4820-A7F9-9E910A99D466}"/>
              </ns1:ext>
            </ns1:extLst>
            <ns1:hlinkClick ns3:id="rIdNav27" action="ppaction://hlinksldjump"/>
          </ns0:cNvPr>
          <ns0:cNvSpPr>
            <ns1:spLocks noGrp="1"/>
          </ns0:cNvSpPr>
          <ns0:nvPr/>
        </ns0:nvSpPr>
        <ns0:spPr>
          <ns1:xfrm>
            <ns1:off x="685800" y="6286500"/>
            <ns1:ext cx="14287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Índice</ns1:t>
            </ns1:r>
          </ns1:p>
        </ns0:txBody>
      </ns0:sp>
      <ns0:sp>
        <ns0:nvSpPr>
          <ns0:cNvPr id="9" name="link_to_8_27">
            <ns1:extLst>
              <ns1:ext uri="{FF2B5EF4-FFF2-40B4-BE49-F238E27FC236}">
                <ns2:creationId id="{D4B4AA1D-C2D0-4133-92DE-4BBC7197EADC}"/>
              </ns1:ext>
            </ns1:extLst>
            <ns1:hlinkClick ns3:id="rIdNav28" action="ppaction://hlinksldjump"/>
          </ns0:cNvPr>
          <ns0:cNvSpPr>
            <ns1:spLocks noGrp="1"/>
          </ns0:cNvSpPr>
          <ns0:nvPr/>
        </ns0:nvSpPr>
        <ns0:spPr>
          <ns1:xfrm>
            <ns1:off x="8153400" y="6286500"/>
            <ns1:ext cx="161925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← Anterior</ns1:t>
            </ns1:r>
          </ns1:p>
        </ns0:txBody>
      </ns0:sp>
      <ns0:sp>
        <ns0:nvSpPr>
          <ns0:cNvPr id="10" name="link_to_1_28">
            <ns1:extLst>
              <ns1:ext uri="{FF2B5EF4-FFF2-40B4-BE49-F238E27FC236}">
                <ns2:creationId id="{66FAB289-1351-4317-A7F0-76C12755A817}"/>
              </ns1:ext>
            </ns1:extLst>
            <ns1:hlinkClick ns3:id="rIdNav29" action="ppaction://hlinksldjump"/>
          </ns0:cNvPr>
          <ns0:cNvSpPr>
            <ns1:spLocks noGrp="1"/>
          </ns0:cNvSpPr>
          <ns0:nvPr/>
        </ns0:nvSpPr>
        <ns0:spPr>
          <ns1:xfrm>
            <ns1:off x="9667875" y="6286500"/>
            <ns1:ext cx="2095500" cy="4381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>
              <ns1:def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defPPr>
          </ns1:lstStyle>
          <ns1:p>
            <ns1:pPr>
              <ns1:defRPr sz="1725" b="1">
                <ns1:solidFill>
                  <ns1:srgbClr val="AC316A"/>
                </ns1:solidFill>
                <ns1:latin typeface="Segoe UI"/>
                <ns1:ea typeface="Segoe UI"/>
                <ns1:cs typeface="Segoe UI"/>
              </ns1:defRPr>
            </ns1:pPr>
            <ns1:r>
              <ns1:rPr sz="1725" b="1" u="sng">
                <ns1:solidFill>
                  <ns1:srgbClr val="AC316A"/>
                </ns1:solidFill>
                <ns1:latin typeface="Segoe UI"/>
                <ns1:ea typeface="Segoe UI"/>
                <ns1:cs typeface="Segoe UI"/>
              </ns1:rPr>
              <ns1:t>Volver al inicio</ns1:t>
            </ns1:r>
          </ns1:p>
        </ns0:txBody>
      </ns0:sp>
    </ns0:spTree>
    <ns0:extLst>
      <ns0:ext uri="{BB962C8B-B14F-4D97-AF65-F5344CB8AC3E}">
        <ns4:creationId val="1350246955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2026-10-17T00:04:44.5380000Z</dcterms:created>
  <dcterms:modified xsi:type="dcterms:W3CDTF">2026-10-17T00:04:44.5380000Z</dcterms:modified>
</coreProperties>
</file>